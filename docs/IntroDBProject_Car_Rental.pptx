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Ej5T5gUzcCtY5yTtMMm6pfUVq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PoppinsLight-regular.fntdata"/><Relationship Id="rId22" Type="http://schemas.openxmlformats.org/officeDocument/2006/relationships/font" Target="fonts/PoppinsLight-italic.fntdata"/><Relationship Id="rId21" Type="http://schemas.openxmlformats.org/officeDocument/2006/relationships/font" Target="fonts/PoppinsLight-bold.fntdata"/><Relationship Id="rId24" Type="http://customschemas.google.com/relationships/presentationmetadata" Target="metadata"/><Relationship Id="rId23" Type="http://schemas.openxmlformats.org/officeDocument/2006/relationships/font" Target="fonts/Poppi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c3a210f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6c3a210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6c3a210f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2">
  <p:cSld name="Title with Picture 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ctrTitle"/>
          </p:nvPr>
        </p:nvSpPr>
        <p:spPr>
          <a:xfrm>
            <a:off x="7168896" y="1129554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" type="subTitle"/>
          </p:nvPr>
        </p:nvSpPr>
        <p:spPr>
          <a:xfrm>
            <a:off x="7168897" y="4731335"/>
            <a:ext cx="4206240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" name="Google Shape;17;p12"/>
          <p:cNvPicPr preferRelativeResize="0"/>
          <p:nvPr>
            <p:ph idx="2" type="pic"/>
          </p:nvPr>
        </p:nvPicPr>
        <p:blipFill/>
        <p:spPr>
          <a:xfrm>
            <a:off x="0" y="0"/>
            <a:ext cx="658495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" name="Google Shape;18;p12"/>
          <p:cNvSpPr/>
          <p:nvPr/>
        </p:nvSpPr>
        <p:spPr>
          <a:xfrm rot="-5400000">
            <a:off x="7532546" y="676656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>
  <p:cSld name="Agenda 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title"/>
          </p:nvPr>
        </p:nvSpPr>
        <p:spPr>
          <a:xfrm>
            <a:off x="813816" y="1302209"/>
            <a:ext cx="5577962" cy="4807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body"/>
          </p:nvPr>
        </p:nvSpPr>
        <p:spPr>
          <a:xfrm>
            <a:off x="7411808" y="1884121"/>
            <a:ext cx="3596952" cy="415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3"/>
          <p:cNvSpPr/>
          <p:nvPr/>
        </p:nvSpPr>
        <p:spPr>
          <a:xfrm rot="-5400000">
            <a:off x="7752392" y="675798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832848" y="803514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1492150" y="799483"/>
            <a:ext cx="442956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/>
          <p:nvPr/>
        </p:nvSpPr>
        <p:spPr>
          <a:xfrm rot="-5400000">
            <a:off x="7047762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4"/>
          <p:cNvSpPr txBox="1"/>
          <p:nvPr>
            <p:ph type="ctrTitle"/>
          </p:nvPr>
        </p:nvSpPr>
        <p:spPr>
          <a:xfrm>
            <a:off x="6678461" y="1561943"/>
            <a:ext cx="4681728" cy="456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" name="Google Shape;28;p14"/>
          <p:cNvPicPr preferRelativeResize="0"/>
          <p:nvPr>
            <p:ph idx="2" type="pic"/>
          </p:nvPr>
        </p:nvPicPr>
        <p:blipFill/>
        <p:spPr>
          <a:xfrm>
            <a:off x="0" y="0"/>
            <a:ext cx="6095994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2 Photo">
  <p:cSld name="Two Content 2 Pho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13816" y="1615443"/>
            <a:ext cx="3437583" cy="4099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" name="Google Shape;31;p15"/>
          <p:cNvPicPr preferRelativeResize="0"/>
          <p:nvPr>
            <p:ph idx="2" type="pic"/>
          </p:nvPr>
        </p:nvPicPr>
        <p:blipFill/>
        <p:spPr>
          <a:xfrm>
            <a:off x="0" y="0"/>
            <a:ext cx="12192000" cy="972457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482" l="1" r="-5" t="1"/>
            </a:stretch>
          </a:blipFill>
          <a:ln>
            <a:noFill/>
          </a:ln>
        </p:spPr>
      </p:pic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5151840" y="1615442"/>
            <a:ext cx="611986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3" type="body"/>
          </p:nvPr>
        </p:nvSpPr>
        <p:spPr>
          <a:xfrm>
            <a:off x="5148775" y="3945380"/>
            <a:ext cx="611986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30476" y="59436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1490553" y="59436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ctrTitle"/>
          </p:nvPr>
        </p:nvSpPr>
        <p:spPr>
          <a:xfrm>
            <a:off x="813815" y="1196492"/>
            <a:ext cx="4800600" cy="4935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8" name="Google Shape;38;p16"/>
          <p:cNvPicPr preferRelativeResize="0"/>
          <p:nvPr>
            <p:ph idx="2" type="pic"/>
          </p:nvPr>
        </p:nvPicPr>
        <p:blipFill/>
        <p:spPr>
          <a:xfrm>
            <a:off x="6096006" y="0"/>
            <a:ext cx="6095994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9" name="Google Shape;39;p16"/>
          <p:cNvSpPr/>
          <p:nvPr/>
        </p:nvSpPr>
        <p:spPr>
          <a:xfrm rot="-5400000">
            <a:off x="1177710" y="676656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 rot="-5400000">
            <a:off x="1157799" y="5660464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813815" y="2819320"/>
            <a:ext cx="4372547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17"/>
          <p:cNvPicPr preferRelativeResize="0"/>
          <p:nvPr>
            <p:ph idx="2" type="pic"/>
          </p:nvPr>
        </p:nvPicPr>
        <p:blipFill/>
        <p:spPr>
          <a:xfrm>
            <a:off x="1" y="0"/>
            <a:ext cx="12191999" cy="217115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376" l="1" r="-5" t="1"/>
            </a:stretch>
          </a:blipFill>
          <a:ln>
            <a:noFill/>
          </a:ln>
        </p:spPr>
      </p:pic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6096000" y="2815002"/>
            <a:ext cx="516255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8869680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10934534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/>
        </p:nvSpPr>
        <p:spPr>
          <a:xfrm>
            <a:off x="928148" y="921438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8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813816" y="1996848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i="0" sz="4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 cap="none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i="0" sz="2800" cap="none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cap="none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 cap="none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ontent 6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/>
          <p:nvPr>
            <p:ph type="title"/>
          </p:nvPr>
        </p:nvSpPr>
        <p:spPr>
          <a:xfrm>
            <a:off x="817901" y="842957"/>
            <a:ext cx="3494314" cy="476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8869680" y="457200"/>
            <a:ext cx="1847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10936224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4504268" y="865504"/>
            <a:ext cx="6766560" cy="509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3 Photo">
  <p:cSld name="Conclusion 3 Photo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815390" y="826903"/>
            <a:ext cx="7342307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830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1490553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815390" y="1993392"/>
            <a:ext cx="10467653" cy="1769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1" name="Google Shape;61;p20"/>
          <p:cNvPicPr preferRelativeResize="0"/>
          <p:nvPr>
            <p:ph idx="2" type="pic"/>
          </p:nvPr>
        </p:nvPicPr>
        <p:blipFill/>
        <p:spPr>
          <a:xfrm>
            <a:off x="1" y="4495800"/>
            <a:ext cx="12191999" cy="236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346" l="1" r="-5" t="-20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">
  <p:cSld name="Title with Pictur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/>
          <p:nvPr>
            <p:ph type="ctrTitle"/>
          </p:nvPr>
        </p:nvSpPr>
        <p:spPr>
          <a:xfrm>
            <a:off x="813816" y="4421221"/>
            <a:ext cx="1047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" type="subTitle"/>
          </p:nvPr>
        </p:nvSpPr>
        <p:spPr>
          <a:xfrm>
            <a:off x="813816" y="5335373"/>
            <a:ext cx="1047845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65" name="Google Shape;65;p21"/>
          <p:cNvPicPr preferRelativeResize="0"/>
          <p:nvPr>
            <p:ph idx="2" type="pic"/>
          </p:nvPr>
        </p:nvPicPr>
        <p:blipFill/>
        <p:spPr>
          <a:xfrm>
            <a:off x="0" y="0"/>
            <a:ext cx="12192000" cy="377827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66" name="Google Shape;66;p21"/>
          <p:cNvSpPr/>
          <p:nvPr/>
        </p:nvSpPr>
        <p:spPr>
          <a:xfrm>
            <a:off x="11227057" y="4519930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824975" y="831439"/>
            <a:ext cx="1044099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824975" y="2103120"/>
            <a:ext cx="10440989" cy="3577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2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Picture 3">
  <p:cSld name="Title with Picture 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ctrTitle"/>
          </p:nvPr>
        </p:nvSpPr>
        <p:spPr>
          <a:xfrm>
            <a:off x="817073" y="2920382"/>
            <a:ext cx="66751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subTitle"/>
          </p:nvPr>
        </p:nvSpPr>
        <p:spPr>
          <a:xfrm>
            <a:off x="817073" y="5413788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5" name="Google Shape;75;p23"/>
          <p:cNvPicPr preferRelativeResize="0"/>
          <p:nvPr>
            <p:ph idx="2" type="pic"/>
          </p:nvPr>
        </p:nvPicPr>
        <p:blipFill/>
        <p:spPr>
          <a:xfrm>
            <a:off x="7985760" y="0"/>
            <a:ext cx="420624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56811" r="0" t="0"/>
            </a:stretch>
          </a:blipFill>
          <a:ln>
            <a:noFill/>
          </a:ln>
        </p:spPr>
      </p:pic>
      <p:sp>
        <p:nvSpPr>
          <p:cNvPr id="76" name="Google Shape;76;p23"/>
          <p:cNvSpPr/>
          <p:nvPr/>
        </p:nvSpPr>
        <p:spPr>
          <a:xfrm>
            <a:off x="925164" y="1893372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>
            <p:ph type="ctrTitle"/>
          </p:nvPr>
        </p:nvSpPr>
        <p:spPr>
          <a:xfrm>
            <a:off x="813816" y="832850"/>
            <a:ext cx="7478991" cy="36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" type="subTitle"/>
          </p:nvPr>
        </p:nvSpPr>
        <p:spPr>
          <a:xfrm>
            <a:off x="813816" y="4526561"/>
            <a:ext cx="665552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24"/>
          <p:cNvSpPr/>
          <p:nvPr/>
        </p:nvSpPr>
        <p:spPr>
          <a:xfrm>
            <a:off x="11224895" y="911860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ctrTitle"/>
          </p:nvPr>
        </p:nvSpPr>
        <p:spPr>
          <a:xfrm>
            <a:off x="813816" y="1097280"/>
            <a:ext cx="7876287" cy="35926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subTitle"/>
          </p:nvPr>
        </p:nvSpPr>
        <p:spPr>
          <a:xfrm>
            <a:off x="813816" y="5057409"/>
            <a:ext cx="737546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4" name="Google Shape;84;p25"/>
          <p:cNvSpPr/>
          <p:nvPr/>
        </p:nvSpPr>
        <p:spPr>
          <a:xfrm rot="-5400000">
            <a:off x="1154030" y="676656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 txBox="1"/>
          <p:nvPr>
            <p:ph type="ctrTitle"/>
          </p:nvPr>
        </p:nvSpPr>
        <p:spPr>
          <a:xfrm>
            <a:off x="1981200" y="1318302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6"/>
          <p:cNvSpPr txBox="1"/>
          <p:nvPr>
            <p:ph idx="1" type="subTitle"/>
          </p:nvPr>
        </p:nvSpPr>
        <p:spPr>
          <a:xfrm>
            <a:off x="2301923" y="4039647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8" name="Google Shape;88;p26"/>
          <p:cNvSpPr/>
          <p:nvPr/>
        </p:nvSpPr>
        <p:spPr>
          <a:xfrm rot="-5400000">
            <a:off x="6077712" y="679622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/>
          <p:nvPr/>
        </p:nvSpPr>
        <p:spPr>
          <a:xfrm rot="-5400000">
            <a:off x="1177710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7"/>
          <p:cNvSpPr txBox="1"/>
          <p:nvPr>
            <p:ph type="ctrTitle"/>
          </p:nvPr>
        </p:nvSpPr>
        <p:spPr>
          <a:xfrm>
            <a:off x="813815" y="1196492"/>
            <a:ext cx="10107029" cy="4935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/>
          <p:nvPr/>
        </p:nvSpPr>
        <p:spPr>
          <a:xfrm>
            <a:off x="11224895" y="911860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8"/>
          <p:cNvSpPr txBox="1"/>
          <p:nvPr>
            <p:ph type="title"/>
          </p:nvPr>
        </p:nvSpPr>
        <p:spPr>
          <a:xfrm>
            <a:off x="813816" y="810063"/>
            <a:ext cx="84675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" type="body"/>
          </p:nvPr>
        </p:nvSpPr>
        <p:spPr>
          <a:xfrm>
            <a:off x="813816" y="2380995"/>
            <a:ext cx="8869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8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3">
  <p:cSld name="Agenda 3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/>
          <p:nvPr>
            <p:ph type="title"/>
          </p:nvPr>
        </p:nvSpPr>
        <p:spPr>
          <a:xfrm>
            <a:off x="813816" y="1302209"/>
            <a:ext cx="3234184" cy="4202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9"/>
          <p:cNvSpPr txBox="1"/>
          <p:nvPr>
            <p:ph idx="1" type="body"/>
          </p:nvPr>
        </p:nvSpPr>
        <p:spPr>
          <a:xfrm>
            <a:off x="4297524" y="1353163"/>
            <a:ext cx="3596952" cy="415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 Ligh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9"/>
          <p:cNvSpPr/>
          <p:nvPr/>
        </p:nvSpPr>
        <p:spPr>
          <a:xfrm rot="-5400000">
            <a:off x="1179576" y="675798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9"/>
          <p:cNvSpPr txBox="1"/>
          <p:nvPr>
            <p:ph idx="12" type="sldNum"/>
          </p:nvPr>
        </p:nvSpPr>
        <p:spPr>
          <a:xfrm>
            <a:off x="10936224" y="813816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ith Picture">
  <p:cSld name="Agenda with Pictur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/>
          <p:nvPr/>
        </p:nvSpPr>
        <p:spPr>
          <a:xfrm rot="-5400000">
            <a:off x="7104188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0"/>
          <p:cNvSpPr txBox="1"/>
          <p:nvPr>
            <p:ph type="title"/>
          </p:nvPr>
        </p:nvSpPr>
        <p:spPr>
          <a:xfrm>
            <a:off x="813816" y="4552002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6" name="Google Shape;106;p30"/>
          <p:cNvPicPr preferRelativeResize="0"/>
          <p:nvPr>
            <p:ph idx="2" type="pic"/>
          </p:nvPr>
        </p:nvPicPr>
        <p:blipFill/>
        <p:spPr>
          <a:xfrm>
            <a:off x="923544" y="941832"/>
            <a:ext cx="4179742" cy="299285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338" l="-3918" r="0" t="-835"/>
            </a:stretch>
          </a:blipFill>
          <a:ln>
            <a:noFill/>
          </a:ln>
        </p:spPr>
      </p:pic>
      <p:sp>
        <p:nvSpPr>
          <p:cNvPr id="107" name="Google Shape;107;p30"/>
          <p:cNvSpPr txBox="1"/>
          <p:nvPr>
            <p:ph idx="12" type="sldNum"/>
          </p:nvPr>
        </p:nvSpPr>
        <p:spPr>
          <a:xfrm>
            <a:off x="10936224" y="81668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30"/>
          <p:cNvSpPr txBox="1"/>
          <p:nvPr>
            <p:ph idx="1" type="body"/>
          </p:nvPr>
        </p:nvSpPr>
        <p:spPr>
          <a:xfrm>
            <a:off x="6765388" y="2718978"/>
            <a:ext cx="46634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/>
          <p:nvPr/>
        </p:nvSpPr>
        <p:spPr>
          <a:xfrm>
            <a:off x="922189" y="1217512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809404" y="2385975"/>
            <a:ext cx="4325112" cy="245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 txBox="1"/>
          <p:nvPr>
            <p:ph idx="1" type="body"/>
          </p:nvPr>
        </p:nvSpPr>
        <p:spPr>
          <a:xfrm>
            <a:off x="6273800" y="2386584"/>
            <a:ext cx="4325112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31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ontent 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/>
          <p:nvPr>
            <p:ph type="title"/>
          </p:nvPr>
        </p:nvSpPr>
        <p:spPr>
          <a:xfrm>
            <a:off x="813816" y="848082"/>
            <a:ext cx="4145582" cy="463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1" type="body"/>
          </p:nvPr>
        </p:nvSpPr>
        <p:spPr>
          <a:xfrm>
            <a:off x="5597419" y="848517"/>
            <a:ext cx="5681662" cy="48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1" type="ftr"/>
          </p:nvPr>
        </p:nvSpPr>
        <p:spPr>
          <a:xfrm>
            <a:off x="8869680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12" type="sldNum"/>
          </p:nvPr>
        </p:nvSpPr>
        <p:spPr>
          <a:xfrm>
            <a:off x="10934664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ontent 5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>
            <p:ph type="title"/>
          </p:nvPr>
        </p:nvSpPr>
        <p:spPr>
          <a:xfrm>
            <a:off x="813816" y="850392"/>
            <a:ext cx="4142232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1" type="ftr"/>
          </p:nvPr>
        </p:nvSpPr>
        <p:spPr>
          <a:xfrm>
            <a:off x="8869680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10937607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3"/>
          <p:cNvSpPr txBox="1"/>
          <p:nvPr>
            <p:ph idx="1" type="body"/>
          </p:nvPr>
        </p:nvSpPr>
        <p:spPr>
          <a:xfrm>
            <a:off x="5522913" y="866305"/>
            <a:ext cx="6159500" cy="539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">
  <p:cSld name="Content with Pictu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type="title"/>
          </p:nvPr>
        </p:nvSpPr>
        <p:spPr>
          <a:xfrm>
            <a:off x="5216209" y="868680"/>
            <a:ext cx="6093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34"/>
          <p:cNvPicPr preferRelativeResize="0"/>
          <p:nvPr>
            <p:ph idx="2" type="pic"/>
          </p:nvPr>
        </p:nvPicPr>
        <p:blipFill/>
        <p:spPr>
          <a:xfrm>
            <a:off x="0" y="1"/>
            <a:ext cx="443752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-8031" t="0"/>
            </a:stretch>
          </a:blipFill>
          <a:ln>
            <a:noFill/>
          </a:ln>
        </p:spPr>
      </p:pic>
      <p:sp>
        <p:nvSpPr>
          <p:cNvPr id="128" name="Google Shape;128;p34"/>
          <p:cNvSpPr txBox="1"/>
          <p:nvPr>
            <p:ph idx="11" type="ftr"/>
          </p:nvPr>
        </p:nvSpPr>
        <p:spPr>
          <a:xfrm>
            <a:off x="8869680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12" type="sldNum"/>
          </p:nvPr>
        </p:nvSpPr>
        <p:spPr>
          <a:xfrm>
            <a:off x="10939833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4"/>
          <p:cNvSpPr txBox="1"/>
          <p:nvPr>
            <p:ph idx="1" type="body"/>
          </p:nvPr>
        </p:nvSpPr>
        <p:spPr>
          <a:xfrm>
            <a:off x="5216209" y="2017058"/>
            <a:ext cx="6071616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2">
  <p:cSld name="Content with Picture 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817190" y="822960"/>
            <a:ext cx="61356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817903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35"/>
          <p:cNvSpPr txBox="1"/>
          <p:nvPr>
            <p:ph idx="11" type="ftr"/>
          </p:nvPr>
        </p:nvSpPr>
        <p:spPr>
          <a:xfrm>
            <a:off x="1490472" y="457200"/>
            <a:ext cx="1847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1" type="body"/>
          </p:nvPr>
        </p:nvSpPr>
        <p:spPr>
          <a:xfrm>
            <a:off x="817316" y="2057402"/>
            <a:ext cx="6135624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6" name="Google Shape;136;p35"/>
          <p:cNvPicPr preferRelativeResize="0"/>
          <p:nvPr>
            <p:ph idx="2" type="pic"/>
          </p:nvPr>
        </p:nvPicPr>
        <p:blipFill/>
        <p:spPr>
          <a:xfrm>
            <a:off x="7400544" y="0"/>
            <a:ext cx="4791456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3">
  <p:cSld name="Content with Picture 3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408854" y="829325"/>
            <a:ext cx="6858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9" name="Google Shape;139;p36"/>
          <p:cNvPicPr preferRelativeResize="0"/>
          <p:nvPr>
            <p:ph idx="2" type="pic"/>
          </p:nvPr>
        </p:nvPicPr>
        <p:blipFill/>
        <p:spPr>
          <a:xfrm>
            <a:off x="0" y="1"/>
            <a:ext cx="342900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-17332" t="0"/>
            </a:stretch>
          </a:blipFill>
          <a:ln>
            <a:noFill/>
          </a:ln>
        </p:spPr>
      </p:pic>
      <p:sp>
        <p:nvSpPr>
          <p:cNvPr id="140" name="Google Shape;140;p36"/>
          <p:cNvSpPr txBox="1"/>
          <p:nvPr>
            <p:ph idx="11" type="ftr"/>
          </p:nvPr>
        </p:nvSpPr>
        <p:spPr>
          <a:xfrm>
            <a:off x="8869680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2" type="sldNum"/>
          </p:nvPr>
        </p:nvSpPr>
        <p:spPr>
          <a:xfrm>
            <a:off x="10935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36"/>
          <p:cNvSpPr txBox="1"/>
          <p:nvPr>
            <p:ph idx="1" type="body"/>
          </p:nvPr>
        </p:nvSpPr>
        <p:spPr>
          <a:xfrm>
            <a:off x="4408854" y="1878456"/>
            <a:ext cx="6858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4">
  <p:cSld name="Content with Picture 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811046" y="4257446"/>
            <a:ext cx="4297661" cy="1852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7"/>
          <p:cNvSpPr/>
          <p:nvPr/>
        </p:nvSpPr>
        <p:spPr>
          <a:xfrm rot="-5400000">
            <a:off x="6348844" y="5660464"/>
            <a:ext cx="36576" cy="521208"/>
          </a:xfrm>
          <a:prstGeom prst="rect">
            <a:avLst/>
          </a:prstGeom>
          <a:noFill/>
          <a:ln>
            <a:noFill/>
          </a:ln>
        </p:spPr>
      </p:sp>
      <p:pic>
        <p:nvPicPr>
          <p:cNvPr id="146" name="Google Shape;146;p37"/>
          <p:cNvPicPr preferRelativeResize="0"/>
          <p:nvPr>
            <p:ph idx="2" type="pic"/>
          </p:nvPr>
        </p:nvPicPr>
        <p:blipFill/>
        <p:spPr>
          <a:xfrm>
            <a:off x="935034" y="849445"/>
            <a:ext cx="4173673" cy="2913664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159" l="0" r="0" t="0"/>
            </a:stretch>
          </a:blipFill>
          <a:ln>
            <a:noFill/>
          </a:ln>
        </p:spPr>
      </p:pic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6012179" y="849444"/>
            <a:ext cx="5295472" cy="4834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7"/>
          <p:cNvSpPr txBox="1"/>
          <p:nvPr>
            <p:ph idx="11" type="ftr"/>
          </p:nvPr>
        </p:nvSpPr>
        <p:spPr>
          <a:xfrm>
            <a:off x="8869680" y="5719845"/>
            <a:ext cx="1847088" cy="389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12" type="sldNum"/>
          </p:nvPr>
        </p:nvSpPr>
        <p:spPr>
          <a:xfrm>
            <a:off x="10928411" y="5746499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5">
  <p:cSld name="Content with Picture 5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6909038" y="832804"/>
            <a:ext cx="436168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2" name="Google Shape;152;p38"/>
          <p:cNvPicPr preferRelativeResize="0"/>
          <p:nvPr>
            <p:ph idx="2" type="pic"/>
          </p:nvPr>
        </p:nvPicPr>
        <p:blipFill/>
        <p:spPr>
          <a:xfrm>
            <a:off x="1" y="0"/>
            <a:ext cx="6096000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-1" r="-8456" t="0"/>
            </a:stretch>
          </a:blipFill>
          <a:ln>
            <a:noFill/>
          </a:ln>
        </p:spPr>
      </p:pic>
      <p:sp>
        <p:nvSpPr>
          <p:cNvPr id="153" name="Google Shape;153;p38"/>
          <p:cNvSpPr txBox="1"/>
          <p:nvPr>
            <p:ph idx="11" type="ftr"/>
          </p:nvPr>
        </p:nvSpPr>
        <p:spPr>
          <a:xfrm>
            <a:off x="8869680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2" type="sldNum"/>
          </p:nvPr>
        </p:nvSpPr>
        <p:spPr>
          <a:xfrm>
            <a:off x="10936224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38"/>
          <p:cNvSpPr txBox="1"/>
          <p:nvPr>
            <p:ph idx="1" type="body"/>
          </p:nvPr>
        </p:nvSpPr>
        <p:spPr>
          <a:xfrm>
            <a:off x="6908975" y="2467805"/>
            <a:ext cx="4362450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6">
  <p:cSld name="Content with Picture 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type="title"/>
          </p:nvPr>
        </p:nvSpPr>
        <p:spPr>
          <a:xfrm>
            <a:off x="6433023" y="2132530"/>
            <a:ext cx="4961795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39"/>
          <p:cNvPicPr preferRelativeResize="0"/>
          <p:nvPr>
            <p:ph idx="2" type="pic"/>
          </p:nvPr>
        </p:nvPicPr>
        <p:blipFill/>
        <p:spPr>
          <a:xfrm>
            <a:off x="0" y="909016"/>
            <a:ext cx="5685399" cy="503996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59" name="Google Shape;159;p39"/>
          <p:cNvSpPr/>
          <p:nvPr/>
        </p:nvSpPr>
        <p:spPr>
          <a:xfrm>
            <a:off x="6541267" y="1217512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6433023" y="3788229"/>
            <a:ext cx="4961795" cy="1919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12" type="sldNum"/>
          </p:nvPr>
        </p:nvSpPr>
        <p:spPr>
          <a:xfrm>
            <a:off x="6446428" y="572028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39"/>
          <p:cNvSpPr txBox="1"/>
          <p:nvPr>
            <p:ph idx="11" type="ftr"/>
          </p:nvPr>
        </p:nvSpPr>
        <p:spPr>
          <a:xfrm>
            <a:off x="7103273" y="5720287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7">
  <p:cSld name="Content with Picture 7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/>
          <p:nvPr>
            <p:ph type="title"/>
          </p:nvPr>
        </p:nvSpPr>
        <p:spPr>
          <a:xfrm>
            <a:off x="6738094" y="825703"/>
            <a:ext cx="4522936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" name="Google Shape;165;p40"/>
          <p:cNvPicPr preferRelativeResize="0"/>
          <p:nvPr>
            <p:ph idx="2" type="pic"/>
          </p:nvPr>
        </p:nvPicPr>
        <p:blipFill/>
        <p:spPr>
          <a:xfrm>
            <a:off x="1" y="0"/>
            <a:ext cx="567237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-14454" t="0"/>
            </a:stretch>
          </a:blipFill>
          <a:ln>
            <a:noFill/>
          </a:ln>
        </p:spPr>
      </p:pic>
      <p:sp>
        <p:nvSpPr>
          <p:cNvPr id="166" name="Google Shape;166;p40"/>
          <p:cNvSpPr txBox="1"/>
          <p:nvPr>
            <p:ph idx="11" type="ftr"/>
          </p:nvPr>
        </p:nvSpPr>
        <p:spPr>
          <a:xfrm>
            <a:off x="8869680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idx="12" type="sldNum"/>
          </p:nvPr>
        </p:nvSpPr>
        <p:spPr>
          <a:xfrm>
            <a:off x="10936224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40"/>
          <p:cNvSpPr txBox="1"/>
          <p:nvPr>
            <p:ph idx="1" type="body"/>
          </p:nvPr>
        </p:nvSpPr>
        <p:spPr>
          <a:xfrm>
            <a:off x="6748429" y="1789540"/>
            <a:ext cx="451260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8">
  <p:cSld name="Content with Picture 8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/>
          <p:nvPr>
            <p:ph type="title"/>
          </p:nvPr>
        </p:nvSpPr>
        <p:spPr>
          <a:xfrm>
            <a:off x="813816" y="873104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1"/>
          <p:cNvSpPr txBox="1"/>
          <p:nvPr>
            <p:ph idx="12" type="sldNum"/>
          </p:nvPr>
        </p:nvSpPr>
        <p:spPr>
          <a:xfrm>
            <a:off x="812585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41"/>
          <p:cNvSpPr txBox="1"/>
          <p:nvPr>
            <p:ph idx="11" type="ftr"/>
          </p:nvPr>
        </p:nvSpPr>
        <p:spPr>
          <a:xfrm>
            <a:off x="1472618" y="457200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" type="body"/>
          </p:nvPr>
        </p:nvSpPr>
        <p:spPr>
          <a:xfrm>
            <a:off x="813816" y="1933808"/>
            <a:ext cx="4572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4" name="Google Shape;174;p41"/>
          <p:cNvPicPr preferRelativeResize="0"/>
          <p:nvPr>
            <p:ph idx="2" type="pic"/>
          </p:nvPr>
        </p:nvPicPr>
        <p:blipFill/>
        <p:spPr>
          <a:xfrm>
            <a:off x="6519621" y="0"/>
            <a:ext cx="567237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-14454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9">
  <p:cSld name="Content with Picture 9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 txBox="1"/>
          <p:nvPr>
            <p:ph type="title"/>
          </p:nvPr>
        </p:nvSpPr>
        <p:spPr>
          <a:xfrm>
            <a:off x="7866298" y="831603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42"/>
          <p:cNvPicPr preferRelativeResize="0"/>
          <p:nvPr>
            <p:ph idx="2" type="pic"/>
          </p:nvPr>
        </p:nvPicPr>
        <p:blipFill/>
        <p:spPr>
          <a:xfrm>
            <a:off x="0" y="0"/>
            <a:ext cx="703810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-7757" t="0"/>
            </a:stretch>
          </a:blipFill>
          <a:ln>
            <a:noFill/>
          </a:ln>
        </p:spPr>
      </p:pic>
      <p:sp>
        <p:nvSpPr>
          <p:cNvPr id="178" name="Google Shape;178;p42"/>
          <p:cNvSpPr txBox="1"/>
          <p:nvPr>
            <p:ph idx="11" type="ftr"/>
          </p:nvPr>
        </p:nvSpPr>
        <p:spPr>
          <a:xfrm>
            <a:off x="8869680" y="457200"/>
            <a:ext cx="1847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2"/>
          <p:cNvSpPr txBox="1"/>
          <p:nvPr>
            <p:ph idx="12" type="sldNum"/>
          </p:nvPr>
        </p:nvSpPr>
        <p:spPr>
          <a:xfrm>
            <a:off x="10936224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42"/>
          <p:cNvSpPr txBox="1"/>
          <p:nvPr>
            <p:ph idx="1" type="body"/>
          </p:nvPr>
        </p:nvSpPr>
        <p:spPr>
          <a:xfrm>
            <a:off x="7866425" y="2379232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0">
  <p:cSld name="Content with Picture 10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>
            <p:ph type="title"/>
          </p:nvPr>
        </p:nvSpPr>
        <p:spPr>
          <a:xfrm>
            <a:off x="813816" y="822960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3"/>
          <p:cNvSpPr txBox="1"/>
          <p:nvPr>
            <p:ph idx="12" type="sldNum"/>
          </p:nvPr>
        </p:nvSpPr>
        <p:spPr>
          <a:xfrm>
            <a:off x="821269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3"/>
          <p:cNvSpPr txBox="1"/>
          <p:nvPr>
            <p:ph idx="11" type="ftr"/>
          </p:nvPr>
        </p:nvSpPr>
        <p:spPr>
          <a:xfrm>
            <a:off x="1490472" y="457200"/>
            <a:ext cx="1847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3"/>
          <p:cNvSpPr txBox="1"/>
          <p:nvPr>
            <p:ph idx="1" type="body"/>
          </p:nvPr>
        </p:nvSpPr>
        <p:spPr>
          <a:xfrm>
            <a:off x="813816" y="2377440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6" name="Google Shape;186;p43"/>
          <p:cNvPicPr preferRelativeResize="0"/>
          <p:nvPr>
            <p:ph idx="2" type="pic"/>
          </p:nvPr>
        </p:nvPicPr>
        <p:blipFill/>
        <p:spPr>
          <a:xfrm>
            <a:off x="4761780" y="0"/>
            <a:ext cx="7430219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1">
  <p:cSld name="Content with Picture 1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4"/>
          <p:cNvSpPr txBox="1"/>
          <p:nvPr>
            <p:ph type="title"/>
          </p:nvPr>
        </p:nvSpPr>
        <p:spPr>
          <a:xfrm>
            <a:off x="7997417" y="822516"/>
            <a:ext cx="3273552" cy="1942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9" name="Google Shape;189;p44"/>
          <p:cNvPicPr preferRelativeResize="0"/>
          <p:nvPr>
            <p:ph idx="2" type="pic"/>
          </p:nvPr>
        </p:nvPicPr>
        <p:blipFill/>
        <p:spPr>
          <a:xfrm>
            <a:off x="0" y="0"/>
            <a:ext cx="7220197" cy="68580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1" r="-7772" t="0"/>
            </a:stretch>
          </a:blipFill>
          <a:ln>
            <a:noFill/>
          </a:ln>
        </p:spPr>
      </p:pic>
      <p:sp>
        <p:nvSpPr>
          <p:cNvPr id="190" name="Google Shape;190;p44"/>
          <p:cNvSpPr txBox="1"/>
          <p:nvPr>
            <p:ph idx="1" type="body"/>
          </p:nvPr>
        </p:nvSpPr>
        <p:spPr>
          <a:xfrm>
            <a:off x="7998411" y="2778536"/>
            <a:ext cx="327355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7987743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 txBox="1"/>
          <p:nvPr>
            <p:ph idx="11" type="ftr"/>
          </p:nvPr>
        </p:nvSpPr>
        <p:spPr>
          <a:xfrm>
            <a:off x="8647220" y="5715000"/>
            <a:ext cx="23351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2">
  <p:cSld name="Content with Picture 1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5"/>
          <p:cNvSpPr txBox="1"/>
          <p:nvPr>
            <p:ph type="title"/>
          </p:nvPr>
        </p:nvSpPr>
        <p:spPr>
          <a:xfrm>
            <a:off x="809413" y="4299577"/>
            <a:ext cx="3739896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5" name="Google Shape;195;p45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69210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25542" l="0" r="0" t="-1"/>
            </a:stretch>
          </a:blipFill>
          <a:ln>
            <a:noFill/>
          </a:ln>
        </p:spPr>
      </p:pic>
      <p:sp>
        <p:nvSpPr>
          <p:cNvPr id="196" name="Google Shape;196;p45"/>
          <p:cNvSpPr txBox="1"/>
          <p:nvPr>
            <p:ph idx="1" type="body"/>
          </p:nvPr>
        </p:nvSpPr>
        <p:spPr>
          <a:xfrm>
            <a:off x="5349240" y="4299576"/>
            <a:ext cx="6400800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45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45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3">
  <p:cSld name="Content with Picture 13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6"/>
          <p:cNvSpPr txBox="1"/>
          <p:nvPr>
            <p:ph type="title"/>
          </p:nvPr>
        </p:nvSpPr>
        <p:spPr>
          <a:xfrm>
            <a:off x="813816" y="3791259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1" name="Google Shape;201;p46"/>
          <p:cNvPicPr preferRelativeResize="0"/>
          <p:nvPr>
            <p:ph idx="2" type="pic"/>
          </p:nvPr>
        </p:nvPicPr>
        <p:blipFill/>
        <p:spPr>
          <a:xfrm>
            <a:off x="-1" y="0"/>
            <a:ext cx="12192000" cy="314168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20264" l="0" r="0" t="2"/>
            </a:stretch>
          </a:blipFill>
          <a:ln>
            <a:noFill/>
          </a:ln>
        </p:spPr>
      </p:pic>
      <p:sp>
        <p:nvSpPr>
          <p:cNvPr id="202" name="Google Shape;202;p46"/>
          <p:cNvSpPr txBox="1"/>
          <p:nvPr>
            <p:ph idx="1" type="body"/>
          </p:nvPr>
        </p:nvSpPr>
        <p:spPr>
          <a:xfrm>
            <a:off x="3977640" y="3791259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46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46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4">
  <p:cSld name="Content with Picture 1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7"/>
          <p:cNvSpPr txBox="1"/>
          <p:nvPr>
            <p:ph type="title"/>
          </p:nvPr>
        </p:nvSpPr>
        <p:spPr>
          <a:xfrm>
            <a:off x="813223" y="833527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7"/>
          <p:cNvSpPr txBox="1"/>
          <p:nvPr>
            <p:ph idx="11" type="ftr"/>
          </p:nvPr>
        </p:nvSpPr>
        <p:spPr>
          <a:xfrm>
            <a:off x="8869680" y="457200"/>
            <a:ext cx="1847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7"/>
          <p:cNvSpPr txBox="1"/>
          <p:nvPr>
            <p:ph idx="12" type="sldNum"/>
          </p:nvPr>
        </p:nvSpPr>
        <p:spPr>
          <a:xfrm>
            <a:off x="10936224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7"/>
          <p:cNvSpPr txBox="1"/>
          <p:nvPr>
            <p:ph idx="1" type="body"/>
          </p:nvPr>
        </p:nvSpPr>
        <p:spPr>
          <a:xfrm>
            <a:off x="3977640" y="833527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0" name="Google Shape;210;p47"/>
          <p:cNvPicPr preferRelativeResize="0"/>
          <p:nvPr>
            <p:ph idx="2" type="pic"/>
          </p:nvPr>
        </p:nvPicPr>
        <p:blipFill/>
        <p:spPr>
          <a:xfrm>
            <a:off x="-1" y="3079730"/>
            <a:ext cx="12192000" cy="377827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5">
  <p:cSld name="Content with Picture 15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8"/>
          <p:cNvSpPr txBox="1"/>
          <p:nvPr>
            <p:ph type="title"/>
          </p:nvPr>
        </p:nvSpPr>
        <p:spPr>
          <a:xfrm>
            <a:off x="813816" y="635034"/>
            <a:ext cx="10972802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3" name="Google Shape;213;p48"/>
          <p:cNvPicPr preferRelativeResize="0"/>
          <p:nvPr>
            <p:ph idx="2" type="pic"/>
          </p:nvPr>
        </p:nvPicPr>
        <p:blipFill/>
        <p:spPr>
          <a:xfrm>
            <a:off x="909210" y="1828800"/>
            <a:ext cx="5701655" cy="408829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4" name="Google Shape;214;p48"/>
          <p:cNvSpPr txBox="1"/>
          <p:nvPr>
            <p:ph idx="1" type="body"/>
          </p:nvPr>
        </p:nvSpPr>
        <p:spPr>
          <a:xfrm>
            <a:off x="7327395" y="1828800"/>
            <a:ext cx="4251960" cy="4428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12" type="sldNum"/>
          </p:nvPr>
        </p:nvSpPr>
        <p:spPr>
          <a:xfrm>
            <a:off x="832104" y="59436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48"/>
          <p:cNvSpPr txBox="1"/>
          <p:nvPr>
            <p:ph idx="11" type="ftr"/>
          </p:nvPr>
        </p:nvSpPr>
        <p:spPr>
          <a:xfrm>
            <a:off x="1490472" y="59436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6">
  <p:cSld name="Content with Picture 16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9"/>
          <p:cNvSpPr txBox="1"/>
          <p:nvPr>
            <p:ph type="title"/>
          </p:nvPr>
        </p:nvSpPr>
        <p:spPr>
          <a:xfrm>
            <a:off x="813816" y="814645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9" name="Google Shape;219;p49"/>
          <p:cNvPicPr preferRelativeResize="0"/>
          <p:nvPr>
            <p:ph idx="2" type="pic"/>
          </p:nvPr>
        </p:nvPicPr>
        <p:blipFill/>
        <p:spPr>
          <a:xfrm>
            <a:off x="904874" y="2971800"/>
            <a:ext cx="4219217" cy="296858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11048" l="148" r="-148" t="-11888"/>
            </a:stretch>
          </a:blipFill>
          <a:ln>
            <a:noFill/>
          </a:ln>
        </p:spPr>
      </p:pic>
      <p:sp>
        <p:nvSpPr>
          <p:cNvPr id="220" name="Google Shape;220;p49"/>
          <p:cNvSpPr txBox="1"/>
          <p:nvPr>
            <p:ph idx="12" type="sldNum"/>
          </p:nvPr>
        </p:nvSpPr>
        <p:spPr>
          <a:xfrm>
            <a:off x="832104" y="59436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l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49"/>
          <p:cNvSpPr txBox="1"/>
          <p:nvPr>
            <p:ph idx="11" type="ftr"/>
          </p:nvPr>
        </p:nvSpPr>
        <p:spPr>
          <a:xfrm>
            <a:off x="1490472" y="59436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9"/>
          <p:cNvSpPr txBox="1"/>
          <p:nvPr>
            <p:ph idx="1" type="body"/>
          </p:nvPr>
        </p:nvSpPr>
        <p:spPr>
          <a:xfrm>
            <a:off x="5694950" y="838031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icture 17">
  <p:cSld name="Content with Picture 17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0"/>
          <p:cNvSpPr txBox="1"/>
          <p:nvPr>
            <p:ph type="title"/>
          </p:nvPr>
        </p:nvSpPr>
        <p:spPr>
          <a:xfrm>
            <a:off x="813816" y="828825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50"/>
          <p:cNvPicPr preferRelativeResize="0"/>
          <p:nvPr>
            <p:ph idx="2" type="pic"/>
          </p:nvPr>
        </p:nvPicPr>
        <p:blipFill/>
        <p:spPr>
          <a:xfrm>
            <a:off x="953473" y="2662694"/>
            <a:ext cx="2826675" cy="327330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6" name="Google Shape;226;p50"/>
          <p:cNvSpPr txBox="1"/>
          <p:nvPr>
            <p:ph idx="12" type="sldNum"/>
          </p:nvPr>
        </p:nvSpPr>
        <p:spPr>
          <a:xfrm>
            <a:off x="830476" y="59436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50"/>
          <p:cNvSpPr txBox="1"/>
          <p:nvPr>
            <p:ph idx="11" type="ftr"/>
          </p:nvPr>
        </p:nvSpPr>
        <p:spPr>
          <a:xfrm>
            <a:off x="1490553" y="59436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0"/>
          <p:cNvSpPr txBox="1"/>
          <p:nvPr>
            <p:ph idx="1" type="body"/>
          </p:nvPr>
        </p:nvSpPr>
        <p:spPr>
          <a:xfrm>
            <a:off x="4708493" y="840587"/>
            <a:ext cx="6561138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">
  <p:cSld name="Number Larg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1"/>
          <p:cNvSpPr txBox="1"/>
          <p:nvPr>
            <p:ph type="title"/>
          </p:nvPr>
        </p:nvSpPr>
        <p:spPr>
          <a:xfrm>
            <a:off x="7624688" y="4318002"/>
            <a:ext cx="3741303" cy="17271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1" type="body"/>
          </p:nvPr>
        </p:nvSpPr>
        <p:spPr>
          <a:xfrm>
            <a:off x="777240" y="603503"/>
            <a:ext cx="10535513" cy="43342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0"/>
              <a:buNone/>
              <a:defRPr b="1" sz="17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51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51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1"/>
          <p:cNvSpPr/>
          <p:nvPr/>
        </p:nvSpPr>
        <p:spPr>
          <a:xfrm rot="-5400000">
            <a:off x="1177710" y="676656"/>
            <a:ext cx="36576" cy="52120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2">
  <p:cSld name="Number Large 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2"/>
          <p:cNvSpPr/>
          <p:nvPr/>
        </p:nvSpPr>
        <p:spPr>
          <a:xfrm rot="-5400000">
            <a:off x="1177710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52"/>
          <p:cNvSpPr txBox="1"/>
          <p:nvPr>
            <p:ph type="title"/>
          </p:nvPr>
        </p:nvSpPr>
        <p:spPr>
          <a:xfrm>
            <a:off x="3733074" y="452051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52"/>
          <p:cNvSpPr txBox="1"/>
          <p:nvPr>
            <p:ph idx="1" type="body"/>
          </p:nvPr>
        </p:nvSpPr>
        <p:spPr>
          <a:xfrm>
            <a:off x="777240" y="912730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0"/>
              <a:buNone/>
              <a:defRPr b="1" sz="17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52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52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3">
  <p:cSld name="Number Large 3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3"/>
          <p:cNvSpPr txBox="1"/>
          <p:nvPr>
            <p:ph type="title"/>
          </p:nvPr>
        </p:nvSpPr>
        <p:spPr>
          <a:xfrm>
            <a:off x="6889898" y="1318437"/>
            <a:ext cx="4368688" cy="47474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3"/>
          <p:cNvSpPr txBox="1"/>
          <p:nvPr>
            <p:ph idx="1" type="body"/>
          </p:nvPr>
        </p:nvSpPr>
        <p:spPr>
          <a:xfrm>
            <a:off x="777240" y="1318437"/>
            <a:ext cx="5318760" cy="53354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0"/>
              <a:buNone/>
              <a:defRPr b="1" sz="17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53"/>
          <p:cNvSpPr/>
          <p:nvPr/>
        </p:nvSpPr>
        <p:spPr>
          <a:xfrm rot="-5400000">
            <a:off x="1177710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53"/>
          <p:cNvSpPr txBox="1"/>
          <p:nvPr>
            <p:ph idx="11" type="ftr"/>
          </p:nvPr>
        </p:nvSpPr>
        <p:spPr>
          <a:xfrm>
            <a:off x="8869680" y="722163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3"/>
          <p:cNvSpPr txBox="1"/>
          <p:nvPr>
            <p:ph idx="12" type="sldNum"/>
          </p:nvPr>
        </p:nvSpPr>
        <p:spPr>
          <a:xfrm>
            <a:off x="10936224" y="722163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 Large 4">
  <p:cSld name="Number Large 4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4"/>
          <p:cNvSpPr/>
          <p:nvPr/>
        </p:nvSpPr>
        <p:spPr>
          <a:xfrm rot="-5400000">
            <a:off x="6077712" y="5660464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54"/>
          <p:cNvSpPr txBox="1"/>
          <p:nvPr>
            <p:ph type="title"/>
          </p:nvPr>
        </p:nvSpPr>
        <p:spPr>
          <a:xfrm>
            <a:off x="2377440" y="480974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4"/>
          <p:cNvSpPr txBox="1"/>
          <p:nvPr>
            <p:ph idx="1" type="body"/>
          </p:nvPr>
        </p:nvSpPr>
        <p:spPr>
          <a:xfrm>
            <a:off x="824484" y="558436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200"/>
              <a:buNone/>
              <a:defRPr b="1" sz="23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5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5"/>
          <p:cNvSpPr/>
          <p:nvPr/>
        </p:nvSpPr>
        <p:spPr>
          <a:xfrm rot="-5400000">
            <a:off x="6077712" y="5660464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55"/>
          <p:cNvSpPr txBox="1"/>
          <p:nvPr>
            <p:ph idx="1" type="body"/>
          </p:nvPr>
        </p:nvSpPr>
        <p:spPr>
          <a:xfrm>
            <a:off x="1962912" y="626364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i="0" sz="4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i="0" sz="3600" cap="none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 cap="none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i="0" sz="2800" cap="none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cap="none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6"/>
          <p:cNvSpPr txBox="1"/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6"/>
          <p:cNvSpPr txBox="1"/>
          <p:nvPr>
            <p:ph idx="1" type="body"/>
          </p:nvPr>
        </p:nvSpPr>
        <p:spPr>
          <a:xfrm>
            <a:off x="824681" y="760672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i="0" sz="4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 cap="none">
                <a:latin typeface="Poppins"/>
                <a:ea typeface="Poppins"/>
                <a:cs typeface="Poppins"/>
                <a:sym typeface="Poppins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i="0" sz="2800" cap="none"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cap="none"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 cap="none"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56"/>
          <p:cNvSpPr/>
          <p:nvPr/>
        </p:nvSpPr>
        <p:spPr>
          <a:xfrm rot="-5400000">
            <a:off x="10986884" y="676656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56"/>
          <p:cNvSpPr txBox="1"/>
          <p:nvPr>
            <p:ph idx="11" type="ftr"/>
          </p:nvPr>
        </p:nvSpPr>
        <p:spPr>
          <a:xfrm>
            <a:off x="8869680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56"/>
          <p:cNvSpPr txBox="1"/>
          <p:nvPr>
            <p:ph idx="12" type="sldNum"/>
          </p:nvPr>
        </p:nvSpPr>
        <p:spPr>
          <a:xfrm>
            <a:off x="10936224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7"/>
          <p:cNvSpPr txBox="1"/>
          <p:nvPr>
            <p:ph type="title"/>
          </p:nvPr>
        </p:nvSpPr>
        <p:spPr>
          <a:xfrm>
            <a:off x="812600" y="5601041"/>
            <a:ext cx="82296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7"/>
          <p:cNvSpPr/>
          <p:nvPr/>
        </p:nvSpPr>
        <p:spPr>
          <a:xfrm rot="-5400000">
            <a:off x="10983213" y="5660464"/>
            <a:ext cx="36576" cy="521208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57"/>
          <p:cNvSpPr txBox="1"/>
          <p:nvPr>
            <p:ph idx="1" type="body"/>
          </p:nvPr>
        </p:nvSpPr>
        <p:spPr>
          <a:xfrm>
            <a:off x="792280" y="776028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8"/>
          <p:cNvSpPr txBox="1"/>
          <p:nvPr>
            <p:ph type="title"/>
          </p:nvPr>
        </p:nvSpPr>
        <p:spPr>
          <a:xfrm>
            <a:off x="1677009" y="4802977"/>
            <a:ext cx="904341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8"/>
          <p:cNvSpPr txBox="1"/>
          <p:nvPr>
            <p:ph idx="1" type="body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i="0" sz="4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58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58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9"/>
          <p:cNvSpPr txBox="1"/>
          <p:nvPr>
            <p:ph type="title"/>
          </p:nvPr>
        </p:nvSpPr>
        <p:spPr>
          <a:xfrm>
            <a:off x="885444" y="4572000"/>
            <a:ext cx="880567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Light"/>
              <a:buNone/>
              <a:defRPr b="0" i="0" sz="2000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9"/>
          <p:cNvSpPr txBox="1"/>
          <p:nvPr>
            <p:ph idx="1" type="body"/>
          </p:nvPr>
        </p:nvSpPr>
        <p:spPr>
          <a:xfrm>
            <a:off x="807720" y="944880"/>
            <a:ext cx="8961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i="0" sz="42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59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59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0"/>
          <p:cNvSpPr txBox="1"/>
          <p:nvPr>
            <p:ph type="title"/>
          </p:nvPr>
        </p:nvSpPr>
        <p:spPr>
          <a:xfrm>
            <a:off x="809723" y="829551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60"/>
          <p:cNvSpPr txBox="1"/>
          <p:nvPr>
            <p:ph idx="12" type="sldNum"/>
          </p:nvPr>
        </p:nvSpPr>
        <p:spPr>
          <a:xfrm>
            <a:off x="830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60"/>
          <p:cNvSpPr txBox="1"/>
          <p:nvPr>
            <p:ph idx="11" type="ftr"/>
          </p:nvPr>
        </p:nvSpPr>
        <p:spPr>
          <a:xfrm>
            <a:off x="1490553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60"/>
          <p:cNvSpPr txBox="1"/>
          <p:nvPr>
            <p:ph idx="1" type="body"/>
          </p:nvPr>
        </p:nvSpPr>
        <p:spPr>
          <a:xfrm>
            <a:off x="809723" y="198037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60"/>
          <p:cNvSpPr txBox="1"/>
          <p:nvPr>
            <p:ph idx="2" type="body"/>
          </p:nvPr>
        </p:nvSpPr>
        <p:spPr>
          <a:xfrm>
            <a:off x="6369148" y="1980371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1"/>
          <p:cNvSpPr txBox="1"/>
          <p:nvPr>
            <p:ph type="title"/>
          </p:nvPr>
        </p:nvSpPr>
        <p:spPr>
          <a:xfrm>
            <a:off x="809625" y="830733"/>
            <a:ext cx="10439463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61"/>
          <p:cNvSpPr txBox="1"/>
          <p:nvPr>
            <p:ph idx="12" type="sldNum"/>
          </p:nvPr>
        </p:nvSpPr>
        <p:spPr>
          <a:xfrm>
            <a:off x="830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61"/>
          <p:cNvSpPr txBox="1"/>
          <p:nvPr>
            <p:ph idx="11" type="ftr"/>
          </p:nvPr>
        </p:nvSpPr>
        <p:spPr>
          <a:xfrm>
            <a:off x="1490553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61"/>
          <p:cNvSpPr txBox="1"/>
          <p:nvPr>
            <p:ph idx="1" type="body"/>
          </p:nvPr>
        </p:nvSpPr>
        <p:spPr>
          <a:xfrm>
            <a:off x="809625" y="2007011"/>
            <a:ext cx="4937760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6" name="Google Shape;286;p61"/>
          <p:cNvSpPr txBox="1"/>
          <p:nvPr>
            <p:ph idx="2" type="body"/>
          </p:nvPr>
        </p:nvSpPr>
        <p:spPr>
          <a:xfrm>
            <a:off x="6330246" y="2007011"/>
            <a:ext cx="4937760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 cap="none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7" name="Google Shape;287;p61"/>
          <p:cNvSpPr txBox="1"/>
          <p:nvPr>
            <p:ph idx="3" type="body"/>
          </p:nvPr>
        </p:nvSpPr>
        <p:spPr>
          <a:xfrm>
            <a:off x="809625" y="2708876"/>
            <a:ext cx="4937760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61"/>
          <p:cNvSpPr txBox="1"/>
          <p:nvPr>
            <p:ph idx="4" type="body"/>
          </p:nvPr>
        </p:nvSpPr>
        <p:spPr>
          <a:xfrm>
            <a:off x="6330246" y="2708876"/>
            <a:ext cx="4937760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2"/>
          <p:cNvSpPr txBox="1"/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62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62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3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63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4"/>
          <p:cNvSpPr txBox="1"/>
          <p:nvPr>
            <p:ph type="title"/>
          </p:nvPr>
        </p:nvSpPr>
        <p:spPr>
          <a:xfrm>
            <a:off x="813816" y="847531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4"/>
          <p:cNvSpPr txBox="1"/>
          <p:nvPr>
            <p:ph idx="12" type="sldNum"/>
          </p:nvPr>
        </p:nvSpPr>
        <p:spPr>
          <a:xfrm>
            <a:off x="830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64"/>
          <p:cNvSpPr txBox="1"/>
          <p:nvPr>
            <p:ph idx="11" type="ftr"/>
          </p:nvPr>
        </p:nvSpPr>
        <p:spPr>
          <a:xfrm>
            <a:off x="1490553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4"/>
          <p:cNvSpPr txBox="1"/>
          <p:nvPr>
            <p:ph idx="1" type="body"/>
          </p:nvPr>
        </p:nvSpPr>
        <p:spPr>
          <a:xfrm>
            <a:off x="813816" y="2605036"/>
            <a:ext cx="3595634" cy="39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1" name="Google Shape;301;p64"/>
          <p:cNvSpPr txBox="1"/>
          <p:nvPr>
            <p:ph idx="2" type="body"/>
          </p:nvPr>
        </p:nvSpPr>
        <p:spPr>
          <a:xfrm>
            <a:off x="4813868" y="842371"/>
            <a:ext cx="6440258" cy="5755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5"/>
          <p:cNvSpPr txBox="1"/>
          <p:nvPr>
            <p:ph type="title"/>
          </p:nvPr>
        </p:nvSpPr>
        <p:spPr>
          <a:xfrm>
            <a:off x="813816" y="894666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65"/>
          <p:cNvSpPr txBox="1"/>
          <p:nvPr>
            <p:ph idx="1" type="body"/>
          </p:nvPr>
        </p:nvSpPr>
        <p:spPr>
          <a:xfrm>
            <a:off x="813816" y="3163019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305" name="Google Shape;305;p65"/>
          <p:cNvPicPr preferRelativeResize="0"/>
          <p:nvPr>
            <p:ph idx="2" type="pic"/>
          </p:nvPr>
        </p:nvPicPr>
        <p:blipFill/>
        <p:spPr>
          <a:xfrm>
            <a:off x="5589154" y="894665"/>
            <a:ext cx="5685399" cy="503996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06" name="Google Shape;306;p65"/>
          <p:cNvSpPr txBox="1"/>
          <p:nvPr>
            <p:ph idx="11" type="ftr"/>
          </p:nvPr>
        </p:nvSpPr>
        <p:spPr>
          <a:xfrm>
            <a:off x="8869680" y="5934634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65"/>
          <p:cNvSpPr txBox="1"/>
          <p:nvPr>
            <p:ph idx="12" type="sldNum"/>
          </p:nvPr>
        </p:nvSpPr>
        <p:spPr>
          <a:xfrm>
            <a:off x="10936224" y="59436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6"/>
          <p:cNvSpPr txBox="1"/>
          <p:nvPr>
            <p:ph type="title"/>
          </p:nvPr>
        </p:nvSpPr>
        <p:spPr>
          <a:xfrm>
            <a:off x="815390" y="826903"/>
            <a:ext cx="7342307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66"/>
          <p:cNvSpPr txBox="1"/>
          <p:nvPr>
            <p:ph idx="12" type="sldNum"/>
          </p:nvPr>
        </p:nvSpPr>
        <p:spPr>
          <a:xfrm>
            <a:off x="830476" y="457200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66"/>
          <p:cNvSpPr txBox="1"/>
          <p:nvPr>
            <p:ph idx="11" type="ftr"/>
          </p:nvPr>
        </p:nvSpPr>
        <p:spPr>
          <a:xfrm>
            <a:off x="1490553" y="457200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66"/>
          <p:cNvSpPr txBox="1"/>
          <p:nvPr>
            <p:ph idx="1" type="body"/>
          </p:nvPr>
        </p:nvSpPr>
        <p:spPr>
          <a:xfrm>
            <a:off x="815390" y="1996874"/>
            <a:ext cx="1046765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3" name="Google Shape;313;p66"/>
          <p:cNvPicPr preferRelativeResize="0"/>
          <p:nvPr>
            <p:ph idx="2" type="pic"/>
          </p:nvPr>
        </p:nvPicPr>
        <p:blipFill/>
        <p:spPr>
          <a:xfrm>
            <a:off x="0" y="5885543"/>
            <a:ext cx="12192000" cy="972457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 b="-482" l="1" r="-5" t="1"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7"/>
          <p:cNvSpPr txBox="1"/>
          <p:nvPr>
            <p:ph type="title"/>
          </p:nvPr>
        </p:nvSpPr>
        <p:spPr>
          <a:xfrm>
            <a:off x="813816" y="822648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67"/>
          <p:cNvSpPr txBox="1"/>
          <p:nvPr>
            <p:ph idx="1" type="body"/>
          </p:nvPr>
        </p:nvSpPr>
        <p:spPr>
          <a:xfrm>
            <a:off x="813816" y="2717420"/>
            <a:ext cx="8430639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7" name="Google Shape;317;p67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67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b="1" i="0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30476" y="5714645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4.jpg"/><Relationship Id="rId5" Type="http://schemas.openxmlformats.org/officeDocument/2006/relationships/hyperlink" Target="https://leitalk.com/3193" TargetMode="External"/><Relationship Id="rId6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"/>
          <p:cNvSpPr txBox="1"/>
          <p:nvPr>
            <p:ph type="ctrTitle"/>
          </p:nvPr>
        </p:nvSpPr>
        <p:spPr>
          <a:xfrm>
            <a:off x="7168896" y="1129554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</a:pPr>
            <a:r>
              <a:rPr lang="en-US"/>
              <a:t>CAR RENTAL COMPANY</a:t>
            </a:r>
            <a:br>
              <a:rPr lang="en-US"/>
            </a:br>
            <a:r>
              <a:rPr lang="en-US"/>
              <a:t>DATABASE DESIGN</a:t>
            </a:r>
            <a:endParaRPr/>
          </a:p>
        </p:txBody>
      </p:sp>
      <p:sp>
        <p:nvSpPr>
          <p:cNvPr id="324" name="Google Shape;324;p1"/>
          <p:cNvSpPr txBox="1"/>
          <p:nvPr>
            <p:ph idx="1" type="subTitle"/>
          </p:nvPr>
        </p:nvSpPr>
        <p:spPr>
          <a:xfrm>
            <a:off x="7168897" y="4731335"/>
            <a:ext cx="4206240" cy="159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Introduction to Database</a:t>
            </a:r>
            <a:br>
              <a:rPr lang="en-US"/>
            </a:br>
            <a:r>
              <a:rPr lang="en-US"/>
              <a:t>Comp122</a:t>
            </a:r>
            <a:br>
              <a:rPr lang="en-US"/>
            </a:br>
            <a:br>
              <a:rPr lang="en-US"/>
            </a:br>
            <a:r>
              <a:rPr lang="en-US"/>
              <a:t>Created by Tristin, Jeff, Sunesh, Becca</a:t>
            </a:r>
            <a:endParaRPr/>
          </a:p>
        </p:txBody>
      </p:sp>
      <p:pic>
        <p:nvPicPr>
          <p:cNvPr id="325" name="Google Shape;325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795" r="24795" t="0"/>
          <a:stretch/>
        </p:blipFill>
        <p:spPr>
          <a:xfrm>
            <a:off x="0" y="19"/>
            <a:ext cx="6584950" cy="6857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"/>
          <p:cNvSpPr txBox="1"/>
          <p:nvPr>
            <p:ph type="title"/>
          </p:nvPr>
        </p:nvSpPr>
        <p:spPr>
          <a:xfrm>
            <a:off x="813816" y="1302209"/>
            <a:ext cx="5577962" cy="48071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n-US"/>
              <a:t>PROJECT OVERVIEW</a:t>
            </a:r>
            <a:endParaRPr/>
          </a:p>
        </p:txBody>
      </p:sp>
      <p:sp>
        <p:nvSpPr>
          <p:cNvPr id="331" name="Google Shape;331;p2"/>
          <p:cNvSpPr txBox="1"/>
          <p:nvPr>
            <p:ph idx="1" type="body"/>
          </p:nvPr>
        </p:nvSpPr>
        <p:spPr>
          <a:xfrm>
            <a:off x="7411808" y="1884121"/>
            <a:ext cx="3596952" cy="415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None/>
            </a:pPr>
            <a:r>
              <a:rPr lang="en-US"/>
              <a:t>The goal of this project is to design and implement a relational database system for a modern car rental company. The database manages customers, vehicles, reservations, payments, maintenance, and business reporting.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"/>
          <p:cNvSpPr txBox="1"/>
          <p:nvPr>
            <p:ph type="ctrTitle"/>
          </p:nvPr>
        </p:nvSpPr>
        <p:spPr>
          <a:xfrm>
            <a:off x="7368574" y="-5189"/>
            <a:ext cx="4681728" cy="10186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</a:pPr>
            <a:r>
              <a:rPr lang="en-US"/>
              <a:t>STAKEHOLDERS</a:t>
            </a:r>
            <a:endParaRPr/>
          </a:p>
        </p:txBody>
      </p:sp>
      <p:pic>
        <p:nvPicPr>
          <p:cNvPr id="337" name="Google Shape;337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556" r="5556" t="0"/>
          <a:stretch/>
        </p:blipFill>
        <p:spPr>
          <a:xfrm>
            <a:off x="0" y="0"/>
            <a:ext cx="6095994" cy="685800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38" name="Google Shape;338;p3"/>
          <p:cNvSpPr txBox="1"/>
          <p:nvPr/>
        </p:nvSpPr>
        <p:spPr>
          <a:xfrm>
            <a:off x="6686209" y="1006046"/>
            <a:ext cx="5353538" cy="61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Customers</a:t>
            </a:r>
            <a:endParaRPr/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 accounts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Reserve vehicles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Make payments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Rental Agents</a:t>
            </a:r>
            <a:endParaRPr/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Process check-ins/check-outs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Record Vehicle Conditions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Managers</a:t>
            </a:r>
            <a:endParaRPr/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View Reports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Monitor fleet usage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285750" lvl="0" marL="28575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Mechanics/Suppliers</a:t>
            </a:r>
            <a:endParaRPr/>
          </a:p>
          <a:p>
            <a:pPr indent="-285750" lvl="1" marL="51435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Support Vehicle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1" marL="2286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maintenance</a:t>
            </a:r>
            <a:endParaRPr b="0" i="0" sz="24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/>
          <p:cNvSpPr txBox="1"/>
          <p:nvPr>
            <p:ph type="title"/>
          </p:nvPr>
        </p:nvSpPr>
        <p:spPr>
          <a:xfrm>
            <a:off x="813816" y="1615443"/>
            <a:ext cx="3437583" cy="4099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344" name="Google Shape;344;p4"/>
          <p:cNvSpPr txBox="1"/>
          <p:nvPr>
            <p:ph idx="1" type="body"/>
          </p:nvPr>
        </p:nvSpPr>
        <p:spPr>
          <a:xfrm>
            <a:off x="5151840" y="1615442"/>
            <a:ext cx="611986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700"/>
              <a:t>Functional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/>
              <a:t>Register Customers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/>
              <a:t>Search Available Vehicles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/>
              <a:t>Manage reservations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/>
              <a:t>Process Payments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600"/>
              <a:t>Track vehicle Maintenance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00"/>
          </a:p>
        </p:txBody>
      </p:sp>
      <p:sp>
        <p:nvSpPr>
          <p:cNvPr id="345" name="Google Shape;345;p4"/>
          <p:cNvSpPr txBox="1"/>
          <p:nvPr>
            <p:ph idx="3" type="body"/>
          </p:nvPr>
        </p:nvSpPr>
        <p:spPr>
          <a:xfrm>
            <a:off x="5148775" y="3945380"/>
            <a:ext cx="611986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Non-functional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Fast payment processing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Data security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System Availability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Support Many Users</a:t>
            </a:r>
            <a:br>
              <a:rPr lang="en-US" sz="1600"/>
            </a:br>
            <a:endParaRPr sz="1600"/>
          </a:p>
        </p:txBody>
      </p:sp>
      <p:pic>
        <p:nvPicPr>
          <p:cNvPr id="346" name="Google Shape;346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709" l="0" r="0" t="42709"/>
          <a:stretch/>
        </p:blipFill>
        <p:spPr>
          <a:xfrm>
            <a:off x="0" y="1"/>
            <a:ext cx="12192000" cy="90094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-482" l="1" r="-5" t="1"/>
            </a:stretch>
          </a:blipFill>
          <a:ln>
            <a:noFill/>
          </a:ln>
        </p:spPr>
      </p:pic>
      <p:sp>
        <p:nvSpPr>
          <p:cNvPr id="347" name="Google Shape;347;p4"/>
          <p:cNvSpPr txBox="1"/>
          <p:nvPr/>
        </p:nvSpPr>
        <p:spPr>
          <a:xfrm>
            <a:off x="0" y="972457"/>
            <a:ext cx="121920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sng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b="0" i="0" lang="en-US" sz="9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by Unknown Author is licensed under </a:t>
            </a:r>
            <a:r>
              <a:rPr b="0" i="0" lang="en-US" sz="900" u="sng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</a:t>
            </a:r>
            <a:endParaRPr sz="9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"/>
          <p:cNvSpPr txBox="1"/>
          <p:nvPr>
            <p:ph type="ctrTitle"/>
          </p:nvPr>
        </p:nvSpPr>
        <p:spPr>
          <a:xfrm>
            <a:off x="-5694" y="-399394"/>
            <a:ext cx="7604184" cy="12834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oppins"/>
              <a:buNone/>
            </a:pPr>
            <a:r>
              <a:rPr lang="en-US" sz="3800"/>
              <a:t>USE CASE  WORKFLOWS</a:t>
            </a:r>
            <a:endParaRPr/>
          </a:p>
        </p:txBody>
      </p:sp>
      <p:pic>
        <p:nvPicPr>
          <p:cNvPr descr="Cheap Car Rental at Quebec Gare du Palais from C$74/day | Skyscanner" id="353" name="Google Shape;353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0370" r="20370" t="0"/>
          <a:stretch/>
        </p:blipFill>
        <p:spPr>
          <a:xfrm>
            <a:off x="6096006" y="0"/>
            <a:ext cx="6095994" cy="685800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54" name="Google Shape;354;p5"/>
          <p:cNvSpPr txBox="1"/>
          <p:nvPr/>
        </p:nvSpPr>
        <p:spPr>
          <a:xfrm>
            <a:off x="432795" y="878126"/>
            <a:ext cx="6458751" cy="5934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Reserve Vehicle 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Customer: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Logs in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Searches Vehicles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Selects vehicles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Provides payment information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Reservation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Return Vehicle</a:t>
            </a:r>
            <a:b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b="1"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Customer:</a:t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Returns Vehicle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Agent inspects vehicle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Calculates Fees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Payment Processed</a:t>
            </a:r>
            <a:endParaRPr/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AutoNum type="arabicPeriod"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Vehicle becomes available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"/>
          <p:cNvSpPr txBox="1"/>
          <p:nvPr>
            <p:ph idx="1" type="body"/>
          </p:nvPr>
        </p:nvSpPr>
        <p:spPr>
          <a:xfrm>
            <a:off x="535525" y="2616550"/>
            <a:ext cx="104142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The ERD represents the conceptual database model and shows the relationships between major entities.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Customers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Vehicle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Reservation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Payment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Branch </a:t>
            </a:r>
            <a:endParaRPr/>
          </a:p>
        </p:txBody>
      </p:sp>
      <p:pic>
        <p:nvPicPr>
          <p:cNvPr descr="Rental Images | Free Vectors, PNGs, Mockups &amp; Backgrounds - rawpixel" id="360" name="Google Shape;360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3658" l="0" r="0" t="33658"/>
          <a:stretch/>
        </p:blipFill>
        <p:spPr>
          <a:xfrm>
            <a:off x="1" y="0"/>
            <a:ext cx="12191999" cy="2171156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-376" l="1" r="-5" t="1"/>
            </a:stretch>
          </a:blipFill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6c3a210f9_0_0"/>
          <p:cNvSpPr txBox="1"/>
          <p:nvPr>
            <p:ph type="title"/>
          </p:nvPr>
        </p:nvSpPr>
        <p:spPr>
          <a:xfrm>
            <a:off x="813815" y="2819320"/>
            <a:ext cx="4372500" cy="28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f6c3a210f9_0_0"/>
          <p:cNvSpPr/>
          <p:nvPr>
            <p:ph idx="2" type="pic"/>
          </p:nvPr>
        </p:nvSpPr>
        <p:spPr>
          <a:xfrm>
            <a:off x="1" y="0"/>
            <a:ext cx="12192000" cy="2171100"/>
          </a:xfrm>
          <a:prstGeom prst="rect">
            <a:avLst/>
          </a:prstGeom>
        </p:spPr>
      </p:sp>
      <p:sp>
        <p:nvSpPr>
          <p:cNvPr id="368" name="Google Shape;368;g3f6c3a210f9_0_0"/>
          <p:cNvSpPr txBox="1"/>
          <p:nvPr>
            <p:ph idx="1" type="body"/>
          </p:nvPr>
        </p:nvSpPr>
        <p:spPr>
          <a:xfrm>
            <a:off x="6096000" y="2815002"/>
            <a:ext cx="5162700" cy="283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g3f6c3a210f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4" y="0"/>
            <a:ext cx="1216767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"/>
          <p:cNvSpPr txBox="1"/>
          <p:nvPr>
            <p:ph type="title"/>
          </p:nvPr>
        </p:nvSpPr>
        <p:spPr>
          <a:xfrm>
            <a:off x="1090462" y="919446"/>
            <a:ext cx="10652760" cy="529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oppins"/>
              <a:buNone/>
            </a:pPr>
            <a:r>
              <a:rPr lang="en-US"/>
              <a:t>DATA BASE TABLES / LOGICAL DESIGN</a:t>
            </a:r>
            <a:endParaRPr/>
          </a:p>
        </p:txBody>
      </p:sp>
      <p:sp>
        <p:nvSpPr>
          <p:cNvPr id="375" name="Google Shape;375;p7"/>
          <p:cNvSpPr txBox="1"/>
          <p:nvPr>
            <p:ph idx="1" type="body"/>
          </p:nvPr>
        </p:nvSpPr>
        <p:spPr>
          <a:xfrm>
            <a:off x="2706784" y="1448835"/>
            <a:ext cx="8266176" cy="14387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/>
              <a:t>EXPLAIN HOW ERD BECAME TABLES</a:t>
            </a:r>
            <a:endParaRPr/>
          </a:p>
        </p:txBody>
      </p:sp>
      <p:sp>
        <p:nvSpPr>
          <p:cNvPr id="376" name="Google Shape;376;p7"/>
          <p:cNvSpPr txBox="1"/>
          <p:nvPr/>
        </p:nvSpPr>
        <p:spPr>
          <a:xfrm>
            <a:off x="1267326" y="3689684"/>
            <a:ext cx="200567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Tables created: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Customer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Vehicle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Reservation</a:t>
            </a:r>
            <a:b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Maintenance</a:t>
            </a:r>
            <a:b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Damage Report</a:t>
            </a:r>
            <a:b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8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Supplier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"/>
          <p:cNvSpPr txBox="1"/>
          <p:nvPr>
            <p:ph type="title"/>
          </p:nvPr>
        </p:nvSpPr>
        <p:spPr>
          <a:xfrm>
            <a:off x="817901" y="842957"/>
            <a:ext cx="3494314" cy="476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n-US"/>
              <a:t>DATABASE IMPLEMENTATION</a:t>
            </a:r>
            <a:endParaRPr/>
          </a:p>
        </p:txBody>
      </p:sp>
      <p:sp>
        <p:nvSpPr>
          <p:cNvPr id="382" name="Google Shape;382;p8"/>
          <p:cNvSpPr txBox="1"/>
          <p:nvPr>
            <p:ph idx="1" type="body"/>
          </p:nvPr>
        </p:nvSpPr>
        <p:spPr>
          <a:xfrm>
            <a:off x="4504268" y="865504"/>
            <a:ext cx="6766560" cy="509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Screen shots of sql developer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Create tables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Inserted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Mention: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ddl scripts create 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Dml scripts populate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Constraints enforce integrity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 txBox="1"/>
          <p:nvPr>
            <p:ph type="title"/>
          </p:nvPr>
        </p:nvSpPr>
        <p:spPr>
          <a:xfrm>
            <a:off x="815390" y="826903"/>
            <a:ext cx="7342307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n-US"/>
              <a:t>BUSINESS QUERIES</a:t>
            </a:r>
            <a:endParaRPr/>
          </a:p>
        </p:txBody>
      </p:sp>
      <p:grpSp>
        <p:nvGrpSpPr>
          <p:cNvPr id="388" name="Google Shape;388;p9"/>
          <p:cNvGrpSpPr/>
          <p:nvPr/>
        </p:nvGrpSpPr>
        <p:grpSpPr>
          <a:xfrm>
            <a:off x="815975" y="2359152"/>
            <a:ext cx="10466387" cy="1694656"/>
            <a:chOff x="0" y="0"/>
            <a:chExt cx="10466387" cy="1694656"/>
          </a:xfrm>
        </p:grpSpPr>
        <p:sp>
          <p:nvSpPr>
            <p:cNvPr id="389" name="Google Shape;389;p9"/>
            <p:cNvSpPr/>
            <p:nvPr/>
          </p:nvSpPr>
          <p:spPr>
            <a:xfrm>
              <a:off x="0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 txBox="1"/>
            <p:nvPr/>
          </p:nvSpPr>
          <p:spPr>
            <a:xfrm>
              <a:off x="0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b="1"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Vehicle Discovery</a:t>
              </a: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0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 txBox="1"/>
            <p:nvPr/>
          </p:nvSpPr>
          <p:spPr>
            <a:xfrm>
              <a:off x="0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Find available SUVs under a daily rental price.</a:t>
              </a:r>
              <a:endPara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3597820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 txBox="1"/>
            <p:nvPr/>
          </p:nvSpPr>
          <p:spPr>
            <a:xfrm>
              <a:off x="3597820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b="1"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Executive Reporting</a:t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3597820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9"/>
            <p:cNvSpPr txBox="1"/>
            <p:nvPr/>
          </p:nvSpPr>
          <p:spPr>
            <a:xfrm>
              <a:off x="3597820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Calculate monthly rental revenue.</a:t>
              </a: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7195641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9"/>
            <p:cNvSpPr txBox="1"/>
            <p:nvPr/>
          </p:nvSpPr>
          <p:spPr>
            <a:xfrm>
              <a:off x="7195641" y="0"/>
              <a:ext cx="3270746" cy="3536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b="1"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Customer Segmentation</a:t>
              </a: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7195641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9"/>
            <p:cNvSpPr txBox="1"/>
            <p:nvPr/>
          </p:nvSpPr>
          <p:spPr>
            <a:xfrm>
              <a:off x="7195641" y="353636"/>
              <a:ext cx="3270746" cy="1341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300" lIns="137150" spcFirstLastPara="1" rIns="20300" wrap="square" tIns="2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Poppins"/>
                <a:buNone/>
              </a:pPr>
              <a:r>
                <a:rPr lang="en-US" sz="16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Identify VIP customer based on rental history.</a:t>
              </a:r>
              <a:endParaRPr/>
            </a:p>
          </p:txBody>
        </p:sp>
      </p:grpSp>
      <p:pic>
        <p:nvPicPr>
          <p:cNvPr descr="Cheap Turo car rental in Montreal | Skyscanner" id="401" name="Google Shape;401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040" l="0" r="0" t="19040"/>
          <a:stretch/>
        </p:blipFill>
        <p:spPr>
          <a:xfrm>
            <a:off x="1" y="4495800"/>
            <a:ext cx="12191999" cy="236220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-346" l="1" r="-5" t="-200"/>
            </a:stretch>
          </a:blip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"/>
          <p:cNvSpPr txBox="1"/>
          <p:nvPr>
            <p:ph type="ctrTitle"/>
          </p:nvPr>
        </p:nvSpPr>
        <p:spPr>
          <a:xfrm>
            <a:off x="813816" y="4421221"/>
            <a:ext cx="371005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407" name="Google Shape;407;p10"/>
          <p:cNvSpPr txBox="1"/>
          <p:nvPr>
            <p:ph idx="1" type="subTitle"/>
          </p:nvPr>
        </p:nvSpPr>
        <p:spPr>
          <a:xfrm>
            <a:off x="5385816" y="4299284"/>
            <a:ext cx="5554900" cy="17646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Designed a complete relational database.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Create ERD and normalized tables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Implemented database in Oracle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Created business inquiries for decision-making.</a:t>
            </a:r>
            <a:endParaRPr/>
          </a:p>
        </p:txBody>
      </p:sp>
      <p:pic>
        <p:nvPicPr>
          <p:cNvPr id="408" name="Google Shape;408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6758" l="0" r="0" t="26758"/>
          <a:stretch/>
        </p:blipFill>
        <p:spPr>
          <a:xfrm>
            <a:off x="0" y="0"/>
            <a:ext cx="12192000" cy="3778270"/>
          </a:xfrm>
          <a:prstGeom prst="rect">
            <a:avLst/>
          </a:prstGeom>
          <a:blipFill rotWithShape="1">
            <a:blip r:embed="rId4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2026-08-04T01:14:13Z</dcterms:created>
  <dc:creator>Becca Pennington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0x010100EEE55359CEE8714EBCA3A543C87356FA</vt:lpwstr>
  </property>
  <property fmtid="{D5CDD505-2E9C-101B-9397-08002B2CF9AE}" pid="3" name="MediaServiceImageTags">
    <vt:lpwstr/>
  </property>
</Properties>
</file>